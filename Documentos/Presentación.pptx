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Hernando Miranda Jimenez" userId="4eb28599-f441-4de0-a58d-80b2e80d624c" providerId="ADAL" clId="{4DB6BEFE-0A31-43AF-A2A0-D92ECB6A0142}"/>
    <pc:docChg chg="custSel addSld modSld">
      <pc:chgData name="Diego Hernando Miranda Jimenez" userId="4eb28599-f441-4de0-a58d-80b2e80d624c" providerId="ADAL" clId="{4DB6BEFE-0A31-43AF-A2A0-D92ECB6A0142}" dt="2026-04-01T16:18:35.059" v="4" actId="1076"/>
      <pc:docMkLst>
        <pc:docMk/>
      </pc:docMkLst>
      <pc:sldChg chg="addSp delSp modSp new mod">
        <pc:chgData name="Diego Hernando Miranda Jimenez" userId="4eb28599-f441-4de0-a58d-80b2e80d624c" providerId="ADAL" clId="{4DB6BEFE-0A31-43AF-A2A0-D92ECB6A0142}" dt="2026-04-01T16:18:35.059" v="4" actId="1076"/>
        <pc:sldMkLst>
          <pc:docMk/>
          <pc:sldMk cId="2808884712" sldId="256"/>
        </pc:sldMkLst>
        <pc:spChg chg="del">
          <ac:chgData name="Diego Hernando Miranda Jimenez" userId="4eb28599-f441-4de0-a58d-80b2e80d624c" providerId="ADAL" clId="{4DB6BEFE-0A31-43AF-A2A0-D92ECB6A0142}" dt="2026-04-01T16:18:31.365" v="1" actId="478"/>
          <ac:spMkLst>
            <pc:docMk/>
            <pc:sldMk cId="2808884712" sldId="256"/>
            <ac:spMk id="2" creationId="{90BF0870-05FF-8D7F-5C32-A9E1E1FE15F7}"/>
          </ac:spMkLst>
        </pc:spChg>
        <pc:spChg chg="del">
          <ac:chgData name="Diego Hernando Miranda Jimenez" userId="4eb28599-f441-4de0-a58d-80b2e80d624c" providerId="ADAL" clId="{4DB6BEFE-0A31-43AF-A2A0-D92ECB6A0142}" dt="2026-04-01T16:18:32.620" v="2" actId="478"/>
          <ac:spMkLst>
            <pc:docMk/>
            <pc:sldMk cId="2808884712" sldId="256"/>
            <ac:spMk id="3" creationId="{E509E895-F4E6-610C-BB13-D54D7D17075A}"/>
          </ac:spMkLst>
        </pc:spChg>
        <pc:picChg chg="add mod">
          <ac:chgData name="Diego Hernando Miranda Jimenez" userId="4eb28599-f441-4de0-a58d-80b2e80d624c" providerId="ADAL" clId="{4DB6BEFE-0A31-43AF-A2A0-D92ECB6A0142}" dt="2026-04-01T16:18:35.059" v="4" actId="1076"/>
          <ac:picMkLst>
            <pc:docMk/>
            <pc:sldMk cId="2808884712" sldId="256"/>
            <ac:picMk id="5" creationId="{803C4673-4F19-71F4-C010-5CFB3D0C72C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1DEC2D-89A4-E607-C469-1970C0A3C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F68E27-AF92-89F3-F067-083CF0290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09B942-F8EA-DA56-714B-E1B13D4A0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1/04/2026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936857-9F21-4ED7-ECA6-CB8B94FE3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155C1C-0559-AF53-35A7-707AF348D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2266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434A7C-4F68-CEA1-1E85-FAB2BF2E6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B923DE-EB29-49B3-A801-8057277AD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4222E9-C479-F3D1-7C28-B1DBFE43D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1/04/2026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03AFA6-5890-D36B-5EA5-50DE561CF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F77C11-692C-56D7-68E0-6D728E591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5160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73C70-125B-74EE-20FA-D56457D4F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A87D58-DC78-22FA-B71C-46A1AF2BB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8432CC-A3F4-B53F-B807-A07561579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1/04/2026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DC87B9-40B3-8FEA-9F01-5A2BE5910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C2F1D3-3927-3E3B-5E6E-36A534A7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8809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E2891-577E-E58A-B404-FB30BA825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43F45F-6B71-C193-CE5D-BEF0DE78AB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05A8CA-7B53-7BD3-9149-35E7E48E1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FBFF22-B8CE-A20F-A4F6-051FE25D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1/04/2026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8EB772-1554-9128-2E1A-67AA3E74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96BEC0-3006-8E77-044B-128A01641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4771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05100F-C051-3354-539B-F12C467EC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C02012-3A18-F4C9-1302-DAC567D5F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F5B0BE-1352-BF4C-63A6-FCD4E7ED3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C354847-7C6B-E1A5-3FA2-0CB6A643F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B704B3B-434D-A373-A1B9-930BEA9ACC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35859C3-3820-5357-93CE-831011C99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1/04/2026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227EE02-80E0-3EEE-453F-45239AB56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5AB7044-C016-3E21-F87D-FA254C50F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54405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E81A29-B1E6-A1E3-F9BD-DC045677E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964A37E-5340-BF84-7981-2538A794D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1/04/2026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5CFE31-FAA8-627C-70FE-DE7B751B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DA977E2-02E4-4674-D151-9357DD76A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845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6A95644-D060-B073-BE06-456A7E4FD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1/04/2026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DCCF4DD-2255-9334-7ABB-80F43EFBC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D19DF3-69C0-6C72-CFE0-A6E1BBE82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5225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41BA8-742E-4C52-2B75-8E344384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5CA8C1-9471-A8F9-92C8-D3AB488D7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085AFC-6F79-8208-3C9F-583AD152F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A2D1A6-7BFB-A93C-2464-FDF5E3802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1/04/2026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EADDA2-26AD-C4DC-0A20-8E00090A8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34ADF-0534-F5D9-E8F4-EBF671F92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5025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946E6-B71F-4613-6596-652141947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DABAC70-E5CE-3160-8E24-62A9F3F4B3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C1A592-75AB-F2A9-6374-1991DF7BDA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A45388-571F-FEB8-581C-54CFC4330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1/04/2026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47B9BF-683A-45F4-9A9E-7511534F4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2E1361-C991-BC94-32C8-A6954C7A9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3081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CCDA7-55CE-4C54-8472-B265BF4E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0AFF6A-5AD1-AE61-2743-01F8DC473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29C2B3-0182-D680-7413-E14B0FF0F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1/04/2026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DFB051-226E-A9E0-4A46-030400833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E6052B-2C3B-86E3-A79E-2FD79D1A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1615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9C3535-5FE0-DA2B-3E15-E3C9EE5682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2121DE-45C0-AA3A-2E19-ED539935F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3E5E39-4588-239E-D6F2-F297A7FA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B0612-672D-4D67-9321-119303115D8D}" type="datetimeFigureOut">
              <a:rPr lang="es-CO" smtClean="0"/>
              <a:t>1/04/2026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209A09-62E6-3FDF-2F89-99BFD0DA1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EF4140-990E-EA81-E14B-28C32E3CA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849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7703987-9116-6B6D-D962-22A08D2D1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DB5B82-F869-BD8B-7B3C-3A31EAC74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22232A-8C51-AF7F-34F7-F7106B7D4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B0612-672D-4D67-9321-119303115D8D}" type="datetimeFigureOut">
              <a:rPr lang="es-CO" smtClean="0"/>
              <a:t>1/04/2026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87949F-53C6-4D73-DFC4-352FD367C7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C27E3A-474A-640F-B8F8-08B65C9F3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47DD3-302F-40CF-8E7B-7CAB6B4CD36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967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03C4673-4F19-71F4-C010-5CFB3D0C7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179" y="886059"/>
            <a:ext cx="6925642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8847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Hernando Miranda Jimenez</dc:creator>
  <cp:lastModifiedBy>Diego Hernando Miranda Jimenez</cp:lastModifiedBy>
  <cp:revision>1</cp:revision>
  <dcterms:created xsi:type="dcterms:W3CDTF">2026-04-01T16:18:08Z</dcterms:created>
  <dcterms:modified xsi:type="dcterms:W3CDTF">2026-04-01T16:18:40Z</dcterms:modified>
</cp:coreProperties>
</file>